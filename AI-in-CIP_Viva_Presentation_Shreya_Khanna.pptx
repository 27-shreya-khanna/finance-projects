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Using ChatGPT and Advanced Microsoft Excel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22876" y="3063240"/>
            <a:ext cx="2743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3429000"/>
          <a:ext cx="77998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690872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Shreya Khanna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PGDM – Finance (Batch 2025-27)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Fortune Institute of International Business (FIIB), New Delhi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Airway Media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Mentor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Mr. Aman Gupta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Mentor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Indrajit Lahiri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Operations team at Airway Media managed candidate records, recruitment communication, interview coordination, and operational reports manually.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information had to be collected, verified, updated, and organized manually from multiple sources.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activities increased time and effort, and raised the risk of inconsistencies, duplicate records, communication delays, and reporting errors.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Manual Process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93592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information maintained using Microsoft Excel; recruitment communication drafted manually through email.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schedules, candidate records, and operational reports updated by team members using spreadsheets and documents.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Was Needed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02352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involves repetitive information processing, document preparation, communication, and reporting — suitable for AI-assisted automation.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 as a productivity support tool, not a replacement for human decision-making.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using ChatGPT and Advanced Microsoft Excel.</a:t>
            </a:r>
            <a:endParaRPr lang="en-US" sz="12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routine HR documentation, recruitment communication, candidate information management, and business reporting.</a:t>
            </a:r>
            <a:endParaRPr lang="en-US" sz="12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repetitive manual work, improves documentation consistency, and saves operational time without replacing human judgment.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913632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– recruitment emails, candidate summaries, HR documentation, business reports</a:t>
            </a:r>
            <a:endParaRPr lang="en-US" sz="12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(Advanced) – candidate data, trackers, pivot tables, lookups, dashboards</a:t>
            </a:r>
            <a:endParaRPr lang="en-US" sz="12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– project documentation and proof bundle</a:t>
            </a:r>
            <a:endParaRPr lang="en-US" sz="12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Gmail – recruitment communication support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09728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00200"/>
            <a:ext cx="53309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recruitment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Excel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92540" y="2404872"/>
            <a:ext cx="164592" cy="23774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670048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70048"/>
            <a:ext cx="53309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structured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92540" y="3474720"/>
            <a:ext cx="164592" cy="23774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3739896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39896"/>
            <a:ext cx="53309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outputs via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92540" y="4544568"/>
            <a:ext cx="164592" cy="23774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4809744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809744"/>
            <a:ext cx="53309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92540" y="5614416"/>
            <a:ext cx="164592" cy="23774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5879592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5879592"/>
            <a:ext cx="53309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use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database, recruitment tracker, interview schedule, job descriptions, recruitment emails, college database, HR reporting formats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5806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6080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emails, candidate summaries, job descriptions, interview communication, HR documentation, operational reports, business report summaries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Prompts Used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1343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</a:t>
            </a:r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exact prompt text from Prompt Library – Proof Bundle]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31636" y="1463040"/>
            <a:ext cx="54086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8796" y="1463040"/>
            <a:ext cx="51343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2: </a:t>
            </a:r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exact prompt text from Prompt Library – Proof Bundle]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Output (Sample)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1672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107259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for screenshot – insert AI-generated output image from Proof Bundle: Sample Input and Output Examples]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Level Achieved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3212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74152"/>
                <a:gridCol w="1645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 in context – shown to supervisor / team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Team-level use – at least one other person used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Organizationally adopted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Response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Observation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Aman Gupta (Organizational Supervisor) reviewed the AI-assisted workflow and discussed its practical application.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that AI could reduce repetitive HR documentation and reporting work and improve operational efficiency if implemented appropriately.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the practical value of the framework; no formal implementation decision was taken during the internship.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Constraints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639312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as an internship prototype; not integrated with organizational HR systems.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internship duration allowed insufficient opportunity for broader team-level testing.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Deployment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056632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approval, integration with existing HR processes, and access to organizational data.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training, testing with larger recruitment datasets, and continuous monitoring / validation of AI outputs.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Solution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2103120"/>
                <a:gridCol w="42336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/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Workflow Diagram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Prompt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Input and Output 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Excel Sample Recruitment Tracker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of AI Workflow and Outputs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Notes and Workflow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Demonstration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MP4 / Google Drive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Link:  [Insert Google Drive link to Prototype Demonstration Video]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such as ChatGPT can meaningfully support repetitive HR documentation and reporting tasks when combined with structured Excel data.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output requires manual review to ensure correctness and organizational suitability.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90672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repetitive manual effort in recruitment communication, documentation, and business reporting.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documentation consistency and saves operational time, supporting — not replacing — human judgment.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4515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HR Operations and Business Reporting Framework was successfully demonstrated at Deployment Level 1 during the internship at Airway Media, with organizational supervisor acknowledgement of its practical value.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HR Operations and Business Reporting Framework | Shreya Khanna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HR Operations and Business Reporting Framework</dc:title>
  <dc:subject>PptxGenJS Presentation</dc:subject>
  <dc:creator>Shreya Khanna</dc:creator>
  <cp:lastModifiedBy>Shreya Khanna</cp:lastModifiedBy>
  <cp:revision>1</cp:revision>
  <dcterms:created xsi:type="dcterms:W3CDTF">2026-07-14T17:05:05Z</dcterms:created>
  <dcterms:modified xsi:type="dcterms:W3CDTF">2026-07-14T17:05:05Z</dcterms:modified>
</cp:coreProperties>
</file>